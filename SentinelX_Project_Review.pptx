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374" r:id="rId4"/>
    <p:sldId id="372" r:id="rId5"/>
    <p:sldId id="376" r:id="rId14"/>
    <p:sldId id="375" r:id="rId13"/>
    <p:sldId id="373" r:id="rId6"/>
    <p:sldId id="378" r:id="rId16"/>
    <p:sldId id="3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2697480"/>
            <a:ext cx="11037605" cy="21488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/>
                <a:cs typeface="Times New Roman"/>
              </a:rPr>
              <a:t>COURSE: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CS23531 – Web Programming</a:t>
            </a:r>
          </a:p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/>
                <a:cs typeface="Times New Roman"/>
              </a:rPr>
              <a:t>PROJECT TITLE: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Design and Development of SentinelX – SOC Investigation &amp; Attack Detection Dashboard</a:t>
            </a:r>
          </a:p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/>
                <a:cs typeface="Times New Roman"/>
              </a:rPr>
              <a:t>YEAR / SEMESTER: </a:t>
            </a: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III Year / V Semester — Odd 2026–2027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57800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Keerthisri 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241901047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Cyber Security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Rajalakshmi Engineering College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 ABOUT THE PROJECT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874520"/>
            <a:ext cx="6400800" cy="4114800"/>
          </a:xfrm>
        </p:spPr>
        <p:txBody>
          <a:bodyPr/>
          <a:lstStyle/>
          <a:p>
            <a:pPr marL="285750" indent="-285750" algn="l">
              <a:spcBef>
                <a:spcPts val="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Why SOC? </a:t>
            </a:r>
            <a:r>
              <a:rPr lang="en-IN" sz="2200" b="0" i="0" dirty="0">
                <a:solidFill>
                  <a:srgbClr val="262626"/>
                </a:solidFill>
                <a:latin typeface="Times New Roman"/>
                <a:cs typeface="Times New Roman"/>
              </a:rPr>
              <a:t>Security Operations Centers watch system logs to catch attacks such as brute-force logins and privilege abuse.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SentinelX </a:t>
            </a:r>
            <a:r>
              <a:rPr lang="en-IN" sz="2200" b="0" i="0" dirty="0">
                <a:solidFill>
                  <a:srgbClr val="262626"/>
                </a:solidFill>
                <a:latin typeface="Times New Roman"/>
                <a:cs typeface="Times New Roman"/>
              </a:rPr>
              <a:t>is a FastAPI web dashboard that turns raw CSV authentication logs into ranked, evidence-backed alerts.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Standards-based: </a:t>
            </a:r>
            <a:r>
              <a:rPr lang="en-IN" sz="2200" b="0" i="0" dirty="0">
                <a:solidFill>
                  <a:srgbClr val="262626"/>
                </a:solidFill>
                <a:latin typeface="Times New Roman"/>
                <a:cs typeface="Times New Roman"/>
              </a:rPr>
              <a:t>each alert carries a 0–100 risk score and a MITRE ATT&amp;CK technique (T1110, T1098).</a:t>
            </a:r>
          </a:p>
          <a:p>
            <a:pPr marL="285750" indent="-285750" algn="l">
              <a:spcBef>
                <a:spcPts val="0"/>
              </a:spcBef>
              <a:spcAft>
                <a:spcPts val="4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Privacy-first: </a:t>
            </a:r>
            <a:r>
              <a:rPr lang="en-IN" sz="2200" b="0" i="0" dirty="0">
                <a:solidFill>
                  <a:srgbClr val="262626"/>
                </a:solidFill>
                <a:latin typeface="Times New Roman"/>
                <a:cs typeface="Times New Roman"/>
              </a:rPr>
              <a:t>a consent-request workflow, passive device inventory and a full audit trail.</a:t>
            </a:r>
          </a:p>
        </p:txBody>
      </p:sp>
      <p:sp>
        <p:nvSpPr>
          <p:cNvPr id="101" name="At a glance"/>
          <p:cNvSpPr/>
          <p:nvPr/>
        </p:nvSpPr>
        <p:spPr>
          <a:xfrm>
            <a:off x="7498080" y="1874520"/>
            <a:ext cx="3867912" cy="4114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AT A GLANCE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Course: CS23531 Web Programming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Stack: FastAPI · SQLite · JavaScript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Input: CSV logs, up to 5 MB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Output: ranked alerts, timeline, chart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8 dashboard pages with Back navigation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Problem statement"/>
          <p:cNvSpPr/>
          <p:nvPr/>
        </p:nvSpPr>
        <p:spPr>
          <a:xfrm>
            <a:off x="758952" y="187452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PROBLEM STATEMENT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Analysts must read thousands of log lines by hand to spot an attack, which is slow and error-prone.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Small labs and colleges cannot afford a commercial SIEM.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Existing tools give little context: no risk ranking, no ATT&amp;CK mapping, no recommended action.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Network inventory tools often ignore consent and privacy.</a:t>
            </a:r>
          </a:p>
        </p:txBody>
      </p:sp>
      <p:sp>
        <p:nvSpPr>
          <p:cNvPr id="103" name="Objectives"/>
          <p:cNvSpPr/>
          <p:nvPr/>
        </p:nvSpPr>
        <p:spPr>
          <a:xfrm>
            <a:off x="6245352" y="187452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OBJECTIVES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Build a web dashboard that ingests CSV logs and analyses them automatically.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Detect brute-force logins, repeated failures and privilege changes with a rule engine.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Rank alerts by risk score with MITRE mapping and recommendations.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Provide Overview, Alerts and Timeline views for investigation.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Store scans, requests and decisions in a SQLite audit trail.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BACKEND"/>
          <p:cNvSpPr/>
          <p:nvPr/>
        </p:nvSpPr>
        <p:spPr>
          <a:xfrm>
            <a:off x="758952" y="187452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BACKEND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  <a:latin typeface="Times New Roman"/>
                <a:cs typeface="Times New Roman"/>
              </a:rPr>
              <a:t>Python 3.10+, FastAPI and Uvicorn (ASGI) serve the REST APIs; python-multipart handles CSV upload.</a:t>
            </a:r>
          </a:p>
        </p:txBody>
      </p:sp>
      <p:sp>
        <p:nvSpPr>
          <p:cNvPr id="105" name="DETECTION ENGINE"/>
          <p:cNvSpPr/>
          <p:nvPr/>
        </p:nvSpPr>
        <p:spPr>
          <a:xfrm>
            <a:off x="4370832" y="187452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DETECTION ENGINE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  <a:latin typeface="Times New Roman"/>
                <a:cs typeface="Times New Roman"/>
              </a:rPr>
              <a:t>Pure-Python rule engine (collections.Counter) with risk scoring and MITRE ATT&amp;CK mapping.</a:t>
            </a:r>
          </a:p>
        </p:txBody>
      </p:sp>
      <p:sp>
        <p:nvSpPr>
          <p:cNvPr id="106" name="DATABASE"/>
          <p:cNvSpPr/>
          <p:nvPr/>
        </p:nvSpPr>
        <p:spPr>
          <a:xfrm>
            <a:off x="7982712" y="187452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DATABASE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  <a:latin typeface="Times New Roman"/>
                <a:cs typeface="Times New Roman"/>
              </a:rPr>
              <a:t>SQLite via sqlite3 with three tables: devices, access_requests and audit_log.</a:t>
            </a:r>
          </a:p>
        </p:txBody>
      </p:sp>
      <p:sp>
        <p:nvSpPr>
          <p:cNvPr id="107" name="FRONTEND"/>
          <p:cNvSpPr/>
          <p:nvPr/>
        </p:nvSpPr>
        <p:spPr>
          <a:xfrm>
            <a:off x="758952" y="397764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FRONTEND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  <a:latin typeface="Times New Roman"/>
                <a:cs typeface="Times New Roman"/>
              </a:rPr>
              <a:t>HTML5, CSS3 and vanilla JavaScript (Fetch API) single-page UI with sidebar navigation.</a:t>
            </a:r>
          </a:p>
        </p:txBody>
      </p:sp>
      <p:sp>
        <p:nvSpPr>
          <p:cNvPr id="108" name="VISUALIZATION"/>
          <p:cNvSpPr/>
          <p:nvPr/>
        </p:nvSpPr>
        <p:spPr>
          <a:xfrm>
            <a:off x="4370832" y="397764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VISUALIZATION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  <a:latin typeface="Times New Roman"/>
                <a:cs typeface="Times New Roman"/>
              </a:rPr>
              <a:t>Chart.js severity chart, KPI metric cards, alert and event-timeline tables.</a:t>
            </a:r>
          </a:p>
        </p:txBody>
      </p:sp>
      <p:sp>
        <p:nvSpPr>
          <p:cNvPr id="109" name="TESTING &amp; DOCS"/>
          <p:cNvSpPr/>
          <p:nvPr/>
        </p:nvSpPr>
        <p:spPr>
          <a:xfrm>
            <a:off x="7982712" y="397764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TESTING &amp; DOCS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  <a:latin typeface="Times New Roman"/>
                <a:cs typeface="Times New Roman"/>
              </a:rPr>
              <a:t>unittest test cases, Swagger UI at /docs, Windows PowerShell with Python venv.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Stat 1"/>
          <p:cNvSpPr/>
          <p:nvPr/>
        </p:nvSpPr>
        <p:spPr>
          <a:xfrm>
            <a:off x="758952" y="187452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3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FFFFFF"/>
                </a:solidFill>
                <a:latin typeface="Times New Roman"/>
                <a:cs typeface="Times New Roman"/>
              </a:rPr>
              <a:t>log events analysed</a:t>
            </a:r>
          </a:p>
        </p:txBody>
      </p:sp>
      <p:sp>
        <p:nvSpPr>
          <p:cNvPr id="121" name="Stat 2"/>
          <p:cNvSpPr/>
          <p:nvPr/>
        </p:nvSpPr>
        <p:spPr>
          <a:xfrm>
            <a:off x="3456432" y="187452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3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FFFFFF"/>
                </a:solidFill>
                <a:latin typeface="Times New Roman"/>
                <a:cs typeface="Times New Roman"/>
              </a:rPr>
              <a:t>alerts raised</a:t>
            </a:r>
          </a:p>
        </p:txBody>
      </p:sp>
      <p:sp>
        <p:nvSpPr>
          <p:cNvPr id="122" name="Stat 3"/>
          <p:cNvSpPr/>
          <p:nvPr/>
        </p:nvSpPr>
        <p:spPr>
          <a:xfrm>
            <a:off x="6153912" y="187452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2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 High · 1 Med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FFFFFF"/>
                </a:solidFill>
                <a:latin typeface="Times New Roman"/>
                <a:cs typeface="Times New Roman"/>
              </a:rPr>
              <a:t>severity split</a:t>
            </a:r>
          </a:p>
        </p:txBody>
      </p:sp>
      <p:sp>
        <p:nvSpPr>
          <p:cNvPr id="123" name="Stat 4"/>
          <p:cNvSpPr/>
          <p:nvPr/>
        </p:nvSpPr>
        <p:spPr>
          <a:xfrm>
            <a:off x="8851392" y="187452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3600" b="1" i="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FFFFFF"/>
                </a:solidFill>
                <a:latin typeface="Times New Roman"/>
                <a:cs typeface="Times New Roman"/>
              </a:rPr>
              <a:t>failed logins found</a:t>
            </a:r>
          </a:p>
        </p:txBody>
      </p:sp>
      <p:sp>
        <p:nvSpPr>
          <p:cNvPr id="124" name="Findings"/>
          <p:cNvSpPr/>
          <p:nvPr/>
        </p:nvSpPr>
        <p:spPr>
          <a:xfrm>
            <a:off x="758952" y="3429000"/>
            <a:ext cx="10607040" cy="256032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RESULTS ON THE BUILT-IN SAMPLE LOGS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BRUTE-001: 203.0.113.44 had 5 failed logins, then a success. High, risk 95 (T1110).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PRIV-003: privilege change by root from 192.0.2.90. High, risk 78 (T1098).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AUTH-002: 3 failed attempts for user kavi from 198.51.100.73. Medium, risk 64.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2000" b="0" i="0" dirty="0">
                <a:solidFill>
                  <a:srgbClr val="262626"/>
                </a:solidFill>
                <a:latin typeface="Times New Roman"/>
                <a:cs typeface="Times New Roman"/>
              </a:rPr>
              <a:t>Working 8-page dashboard: Overview, Alerts, Timeline, Log Analysis, Devices, Consent, Audit, Storage.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DETECTION RULES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8" name="Rules table"/>
          <p:cNvGraphicFramePr>
            <a:graphicFrameLocks noGrp="1"/>
          </p:cNvGraphicFramePr>
          <p:nvPr/>
        </p:nvGraphicFramePr>
        <p:xfrm>
          <a:off x="758952" y="1874520"/>
          <a:ext cx="10607040" cy="3291840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2926080"/>
                <a:gridCol w="2194560"/>
                <a:gridCol w="210312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Detection rule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Trigger condition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Severity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Risk score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MITRE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9B00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IN" sz="1700" b="1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Brute-force login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5 or more failed logins from one IP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Medium; High if a success follows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55 + 5×count (+15), max 98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T1110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IN" sz="1700" b="1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Repeated auth failures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3 or more failed attempts on one account and IP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Medium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40 + 8×count, max 85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T1110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IN" sz="1700" b="1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Privilege change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Event privilege_change, sudo or admin_grant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78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b="0" i="0" dirty="0">
                          <a:solidFill>
                            <a:srgbClr val="262626"/>
                          </a:solidFill>
                          <a:latin typeface="Times New Roman"/>
                          <a:cs typeface="Times New Roman"/>
                        </a:rPr>
                        <a:t>T1098</a:t>
                      </a:r>
                    </a:p>
                  </a:txBody>
                  <a:tcPr marL="91440" marR="91440" marT="64008" marB="64008" anchor="ctr">
                    <a:lnL w="12700">
                      <a:solidFill>
                        <a:srgbClr val="BFBFBF"/>
                      </a:solidFill>
                    </a:lnL>
                    <a:lnR w="12700">
                      <a:solidFill>
                        <a:srgbClr val="BFBFBF"/>
                      </a:solidFill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19" name="Rules note"/>
          <p:cNvSpPr/>
          <p:nvPr/>
        </p:nvSpPr>
        <p:spPr>
          <a:xfrm>
            <a:off x="758952" y="5440680"/>
            <a:ext cx="10607040" cy="5943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262626"/>
                </a:solidFill>
                <a:latin typeface="Times New Roman"/>
                <a:cs typeface="Times New Roman"/>
              </a:rPr>
              <a:t>Every alert includes evidence and a recommended response. Duplicates are removed and alerts are sorted by risk score, highest first.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SYSTEM ARCHITECTURE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WEB CLIENT"/>
          <p:cNvSpPr/>
          <p:nvPr/>
        </p:nvSpPr>
        <p:spPr>
          <a:xfrm>
            <a:off x="758952" y="187452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WEB CLIENT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FFFFFF"/>
                </a:solidFill>
                <a:latin typeface="Times New Roman"/>
                <a:cs typeface="Times New Roman"/>
              </a:rPr>
              <a:t>HTML · CSS · JavaScript · Chart.js</a:t>
            </a:r>
          </a:p>
        </p:txBody>
      </p:sp>
      <p:sp>
        <p:nvSpPr>
          <p:cNvPr id="111" name="Arrow 1"/>
          <p:cNvSpPr/>
          <p:nvPr/>
        </p:nvSpPr>
        <p:spPr>
          <a:xfrm>
            <a:off x="3108960" y="2542032"/>
            <a:ext cx="356616" cy="36576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endParaRPr lang="en-IN"/>
          </a:p>
        </p:txBody>
      </p:sp>
      <p:sp>
        <p:nvSpPr>
          <p:cNvPr id="112" name="FASTAPI SERVER"/>
          <p:cNvSpPr/>
          <p:nvPr/>
        </p:nvSpPr>
        <p:spPr>
          <a:xfrm>
            <a:off x="3529584" y="187452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FASTAPI SERVER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FFFFFF"/>
                </a:solidFill>
                <a:latin typeface="Times New Roman"/>
                <a:cs typeface="Times New Roman"/>
              </a:rPr>
              <a:t>/api/analyze, /api/sample, /api/devices, /api/requests, /api/audit</a:t>
            </a:r>
          </a:p>
        </p:txBody>
      </p:sp>
      <p:sp>
        <p:nvSpPr>
          <p:cNvPr id="113" name="Arrow 2"/>
          <p:cNvSpPr/>
          <p:nvPr/>
        </p:nvSpPr>
        <p:spPr>
          <a:xfrm>
            <a:off x="5879592" y="2542032"/>
            <a:ext cx="356616" cy="36576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endParaRPr lang="en-IN"/>
          </a:p>
        </p:txBody>
      </p:sp>
      <p:sp>
        <p:nvSpPr>
          <p:cNvPr id="114" name="DETECTION ENGINE"/>
          <p:cNvSpPr/>
          <p:nvPr/>
        </p:nvSpPr>
        <p:spPr>
          <a:xfrm>
            <a:off x="6300216" y="187452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DETECTION ENGINE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FFFFFF"/>
                </a:solidFill>
                <a:latin typeface="Times New Roman"/>
                <a:cs typeface="Times New Roman"/>
              </a:rPr>
              <a:t>detector.py: analyze_logs() applies rules and scores risk</a:t>
            </a:r>
          </a:p>
        </p:txBody>
      </p:sp>
      <p:sp>
        <p:nvSpPr>
          <p:cNvPr id="115" name="Arrow 3"/>
          <p:cNvSpPr/>
          <p:nvPr/>
        </p:nvSpPr>
        <p:spPr>
          <a:xfrm>
            <a:off x="8650224" y="2542032"/>
            <a:ext cx="356616" cy="365760"/>
          </a:xfrm>
          <a:prstGeom prst="rightArrow">
            <a:avLst/>
          </a:prstGeom>
          <a:solidFill>
            <a:srgbClr val="7F7F7F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endParaRPr lang="en-IN"/>
          </a:p>
        </p:txBody>
      </p:sp>
      <p:sp>
        <p:nvSpPr>
          <p:cNvPr id="116" name="SQLITE DATABASE"/>
          <p:cNvSpPr/>
          <p:nvPr/>
        </p:nvSpPr>
        <p:spPr>
          <a:xfrm>
            <a:off x="9070848" y="1874520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9B0000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SQLITE DATABASE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FFFFFF"/>
                </a:solidFill>
                <a:latin typeface="Times New Roman"/>
                <a:cs typeface="Times New Roman"/>
              </a:rPr>
              <a:t>sentinelx.db: devices, access_requests, audit_log</a:t>
            </a:r>
          </a:p>
        </p:txBody>
      </p:sp>
      <p:sp>
        <p:nvSpPr>
          <p:cNvPr id="117" name="Data flow"/>
          <p:cNvSpPr/>
          <p:nvPr/>
        </p:nvSpPr>
        <p:spPr>
          <a:xfrm>
            <a:off x="758952" y="3931920"/>
            <a:ext cx="10607040" cy="20574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DATA FLOW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700" b="0" i="0" dirty="0">
                <a:solidFill>
                  <a:srgbClr val="262626"/>
                </a:solidFill>
                <a:latin typeface="Times New Roman"/>
                <a:cs typeface="Times New Roman"/>
              </a:rPr>
              <a:t>Analyst uploads a CSV (timestamp, username, source_ip, event, status); only .csv up to 5 MB is accepted.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700" b="0" i="0" dirty="0">
                <a:solidFill>
                  <a:srgbClr val="262626"/>
                </a:solidFill>
                <a:latin typeface="Times New Roman"/>
                <a:cs typeface="Times New Roman"/>
              </a:rPr>
              <a:t>/api/analyze reads rows with csv.DictReader and calls analyze_logs().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700" b="0" i="0" dirty="0">
                <a:solidFill>
                  <a:srgbClr val="262626"/>
                </a:solidFill>
                <a:latin typeface="Times New Roman"/>
                <a:cs typeface="Times New Roman"/>
              </a:rPr>
              <a:t>The engine returns summary, ranked alerts and timeline as JSON; the action is saved in audit_log.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700" b="0" i="0" dirty="0">
                <a:solidFill>
                  <a:srgbClr val="262626"/>
                </a:solidFill>
                <a:latin typeface="Times New Roman"/>
                <a:cs typeface="Times New Roman"/>
              </a:rPr>
              <a:t>The browser renders KPI cards, the severity chart, the alert table and the timeline.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Closing card"/>
          <p:cNvSpPr/>
          <p:nvPr/>
        </p:nvSpPr>
        <p:spPr>
          <a:xfrm>
            <a:off x="2011680" y="2194560"/>
            <a:ext cx="8138160" cy="292608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8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Design and Development of SentinelX</a:t>
            </a:r>
          </a:p>
          <a:p>
            <a:pPr marL="0" indent="0" algn="ctr">
              <a:spcBef>
                <a:spcPts val="0"/>
              </a:spcBef>
              <a:spcAft>
                <a:spcPts val="1400"/>
              </a:spcAft>
              <a:buNone/>
            </a:pPr>
            <a:r>
              <a:rPr lang="en-IN" sz="2000" b="0" i="1" dirty="0">
                <a:solidFill>
                  <a:srgbClr val="262626"/>
                </a:solidFill>
                <a:latin typeface="Times New Roman"/>
                <a:cs typeface="Times New Roman"/>
              </a:rPr>
              <a:t>SOC Investigation &amp; Attack Detection Dashboard</a:t>
            </a:r>
          </a:p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1" i="0" dirty="0">
                <a:solidFill>
                  <a:srgbClr val="002060"/>
                </a:solidFill>
                <a:latin typeface="Times New Roman"/>
                <a:cs typeface="Times New Roman"/>
              </a:rPr>
              <a:t>Keerthisri D  |  Roll No: 241901047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262626"/>
                </a:solidFill>
                <a:latin typeface="Times New Roman"/>
                <a:cs typeface="Times New Roman"/>
              </a:rPr>
              <a:t>CS23531 – Web Programming  |  III Year / V Semester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Conclusion"/>
          <p:cNvSpPr/>
          <p:nvPr/>
        </p:nvSpPr>
        <p:spPr>
          <a:xfrm>
            <a:off x="758952" y="187452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CONCLUSION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SentinelX turns raw logs into prioritised, explainable alerts through a clean web dashboard.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It applies full-stack web programming: REST API, database, JavaScript front-end and API docs.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Its privacy-first design uses a passive ARP inventory, consent records and an audit trail.</a:t>
            </a:r>
          </a:p>
        </p:txBody>
      </p:sp>
      <p:sp>
        <p:nvSpPr>
          <p:cNvPr id="126" name="Future"/>
          <p:cNvSpPr/>
          <p:nvPr/>
        </p:nvSpPr>
        <p:spPr>
          <a:xfrm>
            <a:off x="6245352" y="1874520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solidFill>
              <a:srgbClr val="D0D0D0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200" b="1" i="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FUTURE ENHANCEMENTS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User login, role-based access, CSRF protection and HTTPS.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More rules: port scan, impossible travel, data exfiltration.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Real-time log streaming with email or SMS alerts.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Cloud storage or PostgreSQL and a consent-enabled client agent.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Clr>
                <a:schemeClr val="accent6">
                  <a:lumMod val="75000"/>
                </a:schemeClr>
              </a:buClr>
              <a:buFont typeface="Arial"/>
              <a:buChar char="•"/>
            </a:pPr>
            <a:r>
              <a:rPr lang="en-IN" sz="1900" b="0" i="0" dirty="0">
                <a:solidFill>
                  <a:srgbClr val="262626"/>
                </a:solidFill>
                <a:latin typeface="Times New Roman"/>
                <a:cs typeface="Times New Roman"/>
              </a:rPr>
              <a:t>Machine-learning anomaly detection.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</TotalTime>
  <Words>41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Times New Roman</vt:lpstr>
      <vt:lpstr>Verdana</vt:lpstr>
      <vt:lpstr>Wingdings</vt:lpstr>
      <vt:lpstr>Profile</vt:lpstr>
      <vt:lpstr>PowerPoint Presentation</vt:lpstr>
      <vt:lpstr>ABOUT THE INDUSTRY</vt:lpstr>
      <vt:lpstr>PROBLEM STATEMENT / OBJECTIVE</vt:lpstr>
      <vt:lpstr>TOOLS, TECHNOLOGIES AND IMPLEMENTATION</vt:lpstr>
      <vt:lpstr>INTERNSHIP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Rupmala R</cp:lastModifiedBy>
  <cp:revision>43</cp:revision>
  <dcterms:created xsi:type="dcterms:W3CDTF">2023-08-03T04:32:32Z</dcterms:created>
  <dcterms:modified xsi:type="dcterms:W3CDTF">2026-08-05T10:10:19Z</dcterms:modified>
</cp:coreProperties>
</file>